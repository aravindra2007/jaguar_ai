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 autoAdjust="0"/>
  </p:normalViewPr>
  <p:slideViewPr>
    <p:cSldViewPr snapToGrid="0" snapToObjects="1">
      <p:cViewPr varScale="1">
        <p:scale>
          <a:sx n="138" d="100"/>
          <a:sy n="138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2526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4E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JAGUAR_AI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AI Assistant for System Automation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advanced intelligent assistant built with Python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seamless system integration and automation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6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JAGUAR_AI?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personalized AI assistant tailored for individual system needs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Voice-enabled interaction with natural language processing capabilities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Multi-module architecture supporting automation, scheduling, and task management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memory and context awareness for enhanced user experience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GUI interface for easy interaction and control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Plugin-based extensibility for custom functionality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6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931920" cy="1371600"/>
          </a:xfrm>
          <a:prstGeom prst="rect">
            <a:avLst/>
          </a:prstGeom>
          <a:solidFill>
            <a:srgbClr val="2E8B9E"/>
          </a:solidFill>
          <a:ln w="12700">
            <a:solidFill>
              <a:srgbClr val="264E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language models and reasoning engine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37760" y="1463040"/>
            <a:ext cx="3931920" cy="1371600"/>
          </a:xfrm>
          <a:prstGeom prst="rect">
            <a:avLst/>
          </a:prstGeom>
          <a:solidFill>
            <a:srgbClr val="2E8B9E"/>
          </a:solidFill>
          <a:ln w="12700">
            <a:solidFill>
              <a:srgbClr val="264E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Interface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0" y="19659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 and synthesis capabilities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931920" cy="1371600"/>
          </a:xfrm>
          <a:prstGeom prst="rect">
            <a:avLst/>
          </a:prstGeom>
          <a:solidFill>
            <a:srgbClr val="2E8B9E"/>
          </a:solidFill>
          <a:ln w="12700">
            <a:solidFill>
              <a:srgbClr val="264E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46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Engine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6118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automation and workflow orchestration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3108960"/>
            <a:ext cx="3931920" cy="1371600"/>
          </a:xfrm>
          <a:prstGeom prst="rect">
            <a:avLst/>
          </a:prstGeom>
          <a:solidFill>
            <a:srgbClr val="2E8B9E"/>
          </a:solidFill>
          <a:ln w="12700">
            <a:solidFill>
              <a:srgbClr val="264E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3246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System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36118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context and user preference storage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3931920" cy="1371600"/>
          </a:xfrm>
          <a:prstGeom prst="rect">
            <a:avLst/>
          </a:prstGeom>
          <a:solidFill>
            <a:srgbClr val="2E8B9E"/>
          </a:solidFill>
          <a:ln w="12700">
            <a:solidFill>
              <a:srgbClr val="264E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1520" y="4892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52578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scheduling and time-based automation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4754880"/>
            <a:ext cx="3931920" cy="1371600"/>
          </a:xfrm>
          <a:prstGeom prst="rect">
            <a:avLst/>
          </a:prstGeom>
          <a:solidFill>
            <a:srgbClr val="2E8B9E"/>
          </a:solidFill>
          <a:ln w="12700">
            <a:solidFill>
              <a:srgbClr val="264E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4892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System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0640" y="52578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architecture for custom modules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6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Voice Commands - Control system via natural speech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937760" y="14630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Intelligent Memory - Remembers preferences and context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Automation - Schedule and automate repetitive tasks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29260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Extensible Plugins - Add custom skills and functionality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Smart Scheduling - Intelligent task and event management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43891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User-Friendly GUI - Intuitive graphical interface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Multi-Agent System - Distributed task handling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585216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Task Management - Organize and prioritize activities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6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1097280" cy="4114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46304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1097280" cy="4114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574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05740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Language Models, NLP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1097280" cy="4114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517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65176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 &amp; TTS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1097280" cy="4114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461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324612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User Interface Framework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" cy="4114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404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384048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Storage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1097280" cy="4114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434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443484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Scheduling Engine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6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- Intelligent task execution and coordination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847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- Core artificial intelligence processing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23113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- Workflow automation and task handling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61518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- Central system framework and utilities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992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- User interface and interaction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- System monitoring and event logging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767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- Context storage and retrieval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15137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- Extension and customization system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53542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- Task scheduling and timing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9194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- Functional capabilities and abilities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5303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- OS-level integration and control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56875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- Task management and prioritization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607161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- Speech interaction and audio processing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6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&amp; Applications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931920" cy="1371600"/>
          </a:xfrm>
          <a:prstGeom prst="rect">
            <a:avLst/>
          </a:prstGeom>
          <a:solidFill>
            <a:srgbClr val="264E70"/>
          </a:solidFill>
          <a:ln w="25400">
            <a:solidFill>
              <a:srgbClr val="2E8B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Assistant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daily tasks, reminders, and scheduling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37760" y="1463040"/>
            <a:ext cx="3931920" cy="1371600"/>
          </a:xfrm>
          <a:prstGeom prst="rect">
            <a:avLst/>
          </a:prstGeom>
          <a:solidFill>
            <a:srgbClr val="264E70"/>
          </a:solidFill>
          <a:ln w="25400">
            <a:solidFill>
              <a:srgbClr val="2E8B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Automation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0" y="19659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routine OS-level operations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931920" cy="1371600"/>
          </a:xfrm>
          <a:prstGeom prst="rect">
            <a:avLst/>
          </a:prstGeom>
          <a:solidFill>
            <a:srgbClr val="264E70"/>
          </a:solidFill>
          <a:ln w="25400">
            <a:solidFill>
              <a:srgbClr val="2E8B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46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Control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6118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operation through natural speech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3108960"/>
            <a:ext cx="3931920" cy="1371600"/>
          </a:xfrm>
          <a:prstGeom prst="rect">
            <a:avLst/>
          </a:prstGeom>
          <a:solidFill>
            <a:srgbClr val="264E70"/>
          </a:solidFill>
          <a:ln w="25400">
            <a:solidFill>
              <a:srgbClr val="2E8B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3246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36118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Organize, prioritize, and track activities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3931920" cy="1371600"/>
          </a:xfrm>
          <a:prstGeom prst="rect">
            <a:avLst/>
          </a:prstGeom>
          <a:solidFill>
            <a:srgbClr val="264E70"/>
          </a:solidFill>
          <a:ln w="25400">
            <a:solidFill>
              <a:srgbClr val="2E8B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892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52578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time management and automation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4754880"/>
            <a:ext cx="3931920" cy="1371600"/>
          </a:xfrm>
          <a:prstGeom prst="rect">
            <a:avLst/>
          </a:prstGeom>
          <a:solidFill>
            <a:srgbClr val="264E70"/>
          </a:solidFill>
          <a:ln w="25400">
            <a:solidFill>
              <a:srgbClr val="2E8B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4892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Extensions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0640" y="52578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personalized skills and capabilities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6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365760" cy="365760"/>
          </a:xfrm>
          <a:prstGeom prst="ellipse">
            <a:avLst/>
          </a:prstGeom>
          <a:solidFill>
            <a:srgbClr val="2E8B9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6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Repository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7830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https://github.com/Aravindra2007/JAGUAR_AI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365760" cy="365760"/>
          </a:xfrm>
          <a:prstGeom prst="ellipse">
            <a:avLst/>
          </a:prstGeom>
          <a:solidFill>
            <a:srgbClr val="2E8B9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377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6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6974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-r requirements.txt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365760" cy="365760"/>
          </a:xfrm>
          <a:prstGeom prst="ellipse">
            <a:avLst/>
          </a:prstGeom>
          <a:solidFill>
            <a:srgbClr val="2E8B9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291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6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Settings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6118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API keys and system configuration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365760" cy="365760"/>
          </a:xfrm>
          <a:prstGeom prst="ellipse">
            <a:avLst/>
          </a:prstGeom>
          <a:solidFill>
            <a:srgbClr val="2E8B9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206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6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Application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45262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main.py to start JAGUAR_AI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6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solidFill>
            <a:srgbClr val="2E8B9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9659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voice recognition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35000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73405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scheduling features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392424"/>
            <a:ext cx="7863840" cy="365760"/>
          </a:xfrm>
          <a:prstGeom prst="rect">
            <a:avLst/>
          </a:prstGeom>
          <a:solidFill>
            <a:srgbClr val="2E8B9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39242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Term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389534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optimization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427939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integration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46634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support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5321808"/>
            <a:ext cx="7863840" cy="365760"/>
          </a:xfrm>
          <a:prstGeom prst="rect">
            <a:avLst/>
          </a:prstGeom>
          <a:solidFill>
            <a:srgbClr val="2E8B9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32180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582472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autonomy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620877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reasoning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659282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scalability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4E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Personal AI Assistants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JAGUAR_AI represents the next generation of personalized artificial intelligence,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intelligent automation and voice control to your 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https://github.com/Aravindra2007/JAGUAR_AI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491</Words>
  <Application>Microsoft Office PowerPoint</Application>
  <PresentationFormat>On-screen Show (16:9)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Aravind kumar</cp:lastModifiedBy>
  <cp:revision>1</cp:revision>
  <dcterms:created xsi:type="dcterms:W3CDTF">2026-07-31T11:07:39Z</dcterms:created>
  <dcterms:modified xsi:type="dcterms:W3CDTF">2026-07-31T11:13:19Z</dcterms:modified>
</cp:coreProperties>
</file>